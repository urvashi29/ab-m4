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  <p:sldMasterId id="2147483676" r:id="rId2"/>
  </p:sldMasterIdLst>
  <p:notesMasterIdLst>
    <p:notesMasterId r:id="rId9"/>
  </p:notesMasterIdLst>
  <p:sldIdLst>
    <p:sldId id="256" r:id="rId3"/>
    <p:sldId id="257" r:id="rId4"/>
    <p:sldId id="283" r:id="rId5"/>
    <p:sldId id="284" r:id="rId6"/>
    <p:sldId id="264" r:id="rId7"/>
    <p:sldId id="263" r:id="rId8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77" autoAdjust="0"/>
    <p:restoredTop sz="94660"/>
  </p:normalViewPr>
  <p:slideViewPr>
    <p:cSldViewPr snapToGrid="0">
      <p:cViewPr varScale="1">
        <p:scale>
          <a:sx n="84" d="100"/>
          <a:sy n="84" d="100"/>
        </p:scale>
        <p:origin x="684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4.fntdata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2.fntdata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111b9594e4_6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111b9594e4_6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ea56a50138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ea56a50138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61C61-B7DA-C5FB-8C78-648704B84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8A1F26-2836-536A-121A-E459E054E6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61A1B0-058E-133C-9C9E-25EE5BBB2F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154C399E-1F33-E181-F622-B175EF262BE3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82122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BB88D-556F-C648-0544-5B216B33A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9B8C47-AFB8-F44E-A1B2-FC870499CC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E807B7-3672-D326-F89F-E319286C6A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FBFF090-1D5B-7805-F5F7-5A12C532E88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44611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ea56a50138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ea56a50138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132e99b63a_2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132e99b63a_2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lmabetter.com/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/>
          <p:nvPr/>
        </p:nvSpPr>
        <p:spPr>
          <a:xfrm>
            <a:off x="-2306" y="222950"/>
            <a:ext cx="504900" cy="25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2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>
            <a:off x="-2306" y="222950"/>
            <a:ext cx="504900" cy="25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15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59" name="Google Shape;59;p15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60" name="Google Shape;6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64" y="401521"/>
            <a:ext cx="2692674" cy="27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1">
  <p:cSld name="Title Slide 0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48739" y="353676"/>
            <a:ext cx="2122282" cy="105401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7"/>
          <p:cNvSpPr/>
          <p:nvPr/>
        </p:nvSpPr>
        <p:spPr>
          <a:xfrm>
            <a:off x="324853" y="1407695"/>
            <a:ext cx="6324000" cy="34434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7"/>
          <p:cNvSpPr txBox="1">
            <a:spLocks noGrp="1"/>
          </p:cNvSpPr>
          <p:nvPr>
            <p:ph type="body" idx="1"/>
          </p:nvPr>
        </p:nvSpPr>
        <p:spPr>
          <a:xfrm>
            <a:off x="520303" y="1609724"/>
            <a:ext cx="5781900" cy="25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17"/>
          <p:cNvSpPr txBox="1"/>
          <p:nvPr/>
        </p:nvSpPr>
        <p:spPr>
          <a:xfrm>
            <a:off x="469770" y="4511842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8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72" name="Google Shape;72;p18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3" name="Google Shape;73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64" y="401521"/>
            <a:ext cx="2692674" cy="27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Content 02">
  <p:cSld name="Title &amp; Content 02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5400"/>
              <a:buFont typeface="Arial"/>
              <a:buNone/>
              <a:defRPr sz="54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9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77" name="Google Shape;77;p19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8" name="Google Shape;78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72" y="401522"/>
            <a:ext cx="2692666" cy="276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out">
  <p:cSld name="Abou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/>
          <p:nvPr/>
        </p:nvSpPr>
        <p:spPr>
          <a:xfrm>
            <a:off x="3030494" y="0"/>
            <a:ext cx="6113400" cy="51435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1"/>
          <p:cNvSpPr txBox="1"/>
          <p:nvPr/>
        </p:nvSpPr>
        <p:spPr>
          <a:xfrm>
            <a:off x="454111" y="417040"/>
            <a:ext cx="2205600" cy="9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400" b="1" i="0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rPr>
              <a:t>About</a:t>
            </a:r>
            <a:endParaRPr sz="1100"/>
          </a:p>
        </p:txBody>
      </p:sp>
      <p:sp>
        <p:nvSpPr>
          <p:cNvPr id="87" name="Google Shape;87;p21"/>
          <p:cNvSpPr txBox="1"/>
          <p:nvPr/>
        </p:nvSpPr>
        <p:spPr>
          <a:xfrm>
            <a:off x="3679224" y="713603"/>
            <a:ext cx="5010600" cy="17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AlmaBetter is a learner-centric career growth institute, that provides T.R.U.E. learning to every ambitious growth aspirant, enabling them to acquire the skills of tomorrow and get assured results.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 are revolutionising the way skills, experiences, and learning outcomes are delivered online. Join the largest tech community and fast forward your career with AlmaBetter.</a:t>
            </a:r>
            <a:endParaRPr sz="110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>
  <p:cSld name="Conten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>
            <a:spLocks noGrp="1"/>
          </p:cNvSpPr>
          <p:nvPr>
            <p:ph type="body" idx="1"/>
          </p:nvPr>
        </p:nvSpPr>
        <p:spPr>
          <a:xfrm>
            <a:off x="375386" y="368066"/>
            <a:ext cx="76737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0" name="Google Shape;90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65895" y="4748764"/>
            <a:ext cx="570095" cy="19734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2"/>
          <p:cNvSpPr txBox="1">
            <a:spLocks noGrp="1"/>
          </p:cNvSpPr>
          <p:nvPr>
            <p:ph type="body" idx="2"/>
          </p:nvPr>
        </p:nvSpPr>
        <p:spPr>
          <a:xfrm>
            <a:off x="375385" y="1606587"/>
            <a:ext cx="7673700" cy="25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">
  <p:cSld name="Numbers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65539" y="4743467"/>
            <a:ext cx="570452" cy="197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5385" y="4800896"/>
            <a:ext cx="830146" cy="13991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3"/>
          <p:cNvSpPr txBox="1">
            <a:spLocks noGrp="1"/>
          </p:cNvSpPr>
          <p:nvPr>
            <p:ph type="body" idx="1"/>
          </p:nvPr>
        </p:nvSpPr>
        <p:spPr>
          <a:xfrm>
            <a:off x="924025" y="1651285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body" idx="2"/>
          </p:nvPr>
        </p:nvSpPr>
        <p:spPr>
          <a:xfrm>
            <a:off x="3492767" y="1651284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body" idx="3"/>
          </p:nvPr>
        </p:nvSpPr>
        <p:spPr>
          <a:xfrm>
            <a:off x="6061509" y="1651284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0" name="Google Shape;100;p23"/>
          <p:cNvSpPr txBox="1">
            <a:spLocks noGrp="1"/>
          </p:cNvSpPr>
          <p:nvPr>
            <p:ph type="body" idx="4"/>
          </p:nvPr>
        </p:nvSpPr>
        <p:spPr>
          <a:xfrm>
            <a:off x="924026" y="2999846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body" idx="5"/>
          </p:nvPr>
        </p:nvSpPr>
        <p:spPr>
          <a:xfrm>
            <a:off x="3492767" y="3017063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body" idx="6"/>
          </p:nvPr>
        </p:nvSpPr>
        <p:spPr>
          <a:xfrm>
            <a:off x="6061509" y="2999846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&amp; Numbers">
  <p:cSld name="Content &amp; Number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4"/>
          <p:cNvSpPr txBox="1">
            <a:spLocks noGrp="1"/>
          </p:cNvSpPr>
          <p:nvPr>
            <p:ph type="body" idx="1"/>
          </p:nvPr>
        </p:nvSpPr>
        <p:spPr>
          <a:xfrm>
            <a:off x="5262614" y="369871"/>
            <a:ext cx="2894700" cy="15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9000"/>
              <a:buFont typeface="Arial"/>
              <a:buNone/>
              <a:defRPr sz="90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24"/>
          <p:cNvSpPr txBox="1">
            <a:spLocks noGrp="1"/>
          </p:cNvSpPr>
          <p:nvPr>
            <p:ph type="body" idx="2"/>
          </p:nvPr>
        </p:nvSpPr>
        <p:spPr>
          <a:xfrm>
            <a:off x="5262614" y="2142545"/>
            <a:ext cx="2894700" cy="7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body" idx="3"/>
          </p:nvPr>
        </p:nvSpPr>
        <p:spPr>
          <a:xfrm>
            <a:off x="375385" y="368066"/>
            <a:ext cx="36312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body" idx="4"/>
          </p:nvPr>
        </p:nvSpPr>
        <p:spPr>
          <a:xfrm>
            <a:off x="375385" y="1606587"/>
            <a:ext cx="36312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09" name="Google Shape;109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Image">
  <p:cSld name="Content with Image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 txBox="1">
            <a:spLocks noGrp="1"/>
          </p:cNvSpPr>
          <p:nvPr>
            <p:ph type="body" idx="1"/>
          </p:nvPr>
        </p:nvSpPr>
        <p:spPr>
          <a:xfrm>
            <a:off x="375385" y="368066"/>
            <a:ext cx="36312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2" name="Google Shape;112;p25"/>
          <p:cNvSpPr txBox="1">
            <a:spLocks noGrp="1"/>
          </p:cNvSpPr>
          <p:nvPr>
            <p:ph type="body" idx="2"/>
          </p:nvPr>
        </p:nvSpPr>
        <p:spPr>
          <a:xfrm>
            <a:off x="375385" y="1606587"/>
            <a:ext cx="36312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13" name="Google Shape;113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5"/>
          <p:cNvSpPr>
            <a:spLocks noGrp="1"/>
          </p:cNvSpPr>
          <p:nvPr>
            <p:ph type="pic" idx="3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eaker">
  <p:cSld name="Breaker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6"/>
          <p:cNvSpPr txBox="1">
            <a:spLocks noGrp="1"/>
          </p:cNvSpPr>
          <p:nvPr>
            <p:ph type="body" idx="1"/>
          </p:nvPr>
        </p:nvSpPr>
        <p:spPr>
          <a:xfrm>
            <a:off x="1540042" y="1913898"/>
            <a:ext cx="6063900" cy="13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 Slide">
  <p:cSld name="End Slide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26752" y="4314287"/>
            <a:ext cx="3658701" cy="37632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7"/>
          <p:cNvSpPr txBox="1"/>
          <p:nvPr/>
        </p:nvSpPr>
        <p:spPr>
          <a:xfrm>
            <a:off x="658544" y="3865409"/>
            <a:ext cx="2659500" cy="10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AlmaBetter Edutech Pvt. Ltd.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4th Floor, 133/2, Janardhan Towers,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Residency Road, Bengaluru 560025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www.almabetter.com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+91-9513166012 / +91-9513164998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7"/>
          <p:cNvSpPr txBox="1"/>
          <p:nvPr/>
        </p:nvSpPr>
        <p:spPr>
          <a:xfrm>
            <a:off x="545348" y="480693"/>
            <a:ext cx="5098500" cy="11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you.</a:t>
            </a:r>
            <a:endParaRPr sz="1100"/>
          </a:p>
        </p:txBody>
      </p:sp>
      <p:sp>
        <p:nvSpPr>
          <p:cNvPr id="123" name="Google Shape;123;p27"/>
          <p:cNvSpPr/>
          <p:nvPr/>
        </p:nvSpPr>
        <p:spPr>
          <a:xfrm>
            <a:off x="658544" y="1586872"/>
            <a:ext cx="2659500" cy="1080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769CF-BF54-497B-929B-9A17CA1EC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B1DAE3-1F4F-46D1-B43F-2B506CCAE2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D4AAB-0914-4327-8BC5-8BC0E9E27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D4EF1-0385-43D3-A179-699E3F2FE344}" type="datetime1">
              <a:rPr lang="en-IN" smtClean="0"/>
              <a:t>13-05-2026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60BEC-DF77-4342-85BB-13D798252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B01EF-C618-4494-A74C-1BE7B29ED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73B9-B2B0-4ECC-AC2F-DC14E95F6B2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4290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0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8602975" y="66525"/>
            <a:ext cx="348619" cy="35795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7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0"/>
          <p:cNvSpPr txBox="1"/>
          <p:nvPr/>
        </p:nvSpPr>
        <p:spPr>
          <a:xfrm>
            <a:off x="446900" y="11882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Welcome to </a:t>
            </a:r>
            <a:endParaRPr sz="4800" b="1">
              <a:solidFill>
                <a:srgbClr val="FFFFFF"/>
              </a:solidFill>
            </a:endParaRPr>
          </a:p>
        </p:txBody>
      </p:sp>
      <p:sp>
        <p:nvSpPr>
          <p:cNvPr id="131" name="Google Shape;131;p30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0"/>
          <p:cNvSpPr txBox="1"/>
          <p:nvPr/>
        </p:nvSpPr>
        <p:spPr>
          <a:xfrm>
            <a:off x="516975" y="3653925"/>
            <a:ext cx="6545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New age upskilling platform for high growth careers</a:t>
            </a:r>
            <a:endParaRPr sz="17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3" name="Google Shape;133;p30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525775" y="2037800"/>
            <a:ext cx="3759027" cy="73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0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7643452" y="212375"/>
            <a:ext cx="1285376" cy="2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2;p30">
            <a:extLst>
              <a:ext uri="{FF2B5EF4-FFF2-40B4-BE49-F238E27FC236}">
                <a16:creationId xmlns:a16="http://schemas.microsoft.com/office/drawing/2014/main" id="{45A30687-11AF-2562-A0DA-DD59DE3F92F6}"/>
              </a:ext>
            </a:extLst>
          </p:cNvPr>
          <p:cNvSpPr txBox="1"/>
          <p:nvPr/>
        </p:nvSpPr>
        <p:spPr>
          <a:xfrm>
            <a:off x="6509842" y="4201830"/>
            <a:ext cx="2109372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By </a:t>
            </a:r>
            <a:r>
              <a:rPr lang="en-GB" sz="1700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Urvshi</a:t>
            </a:r>
            <a:r>
              <a:rPr lang="en-GB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Singla</a:t>
            </a:r>
            <a:endParaRPr sz="17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>
            <a:spLocks noGrp="1"/>
          </p:cNvSpPr>
          <p:nvPr>
            <p:ph type="body" idx="1"/>
          </p:nvPr>
        </p:nvSpPr>
        <p:spPr>
          <a:xfrm>
            <a:off x="735160" y="129516"/>
            <a:ext cx="76737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17780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GB" sz="3600"/>
              <a:t>Session Agenda</a:t>
            </a:r>
            <a:endParaRPr sz="3600">
              <a:solidFill>
                <a:srgbClr val="F00037"/>
              </a:solidFill>
            </a:endParaRPr>
          </a:p>
        </p:txBody>
      </p:sp>
      <p:sp>
        <p:nvSpPr>
          <p:cNvPr id="140" name="Google Shape;140;p31"/>
          <p:cNvSpPr txBox="1"/>
          <p:nvPr/>
        </p:nvSpPr>
        <p:spPr>
          <a:xfrm>
            <a:off x="735160" y="1240215"/>
            <a:ext cx="5555400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i="0" dirty="0">
                <a:solidFill>
                  <a:schemeClr val="bg1"/>
                </a:solidFill>
                <a:effectLst/>
                <a:latin typeface="+mn-lt"/>
                <a:cs typeface="Calibri" panose="020F0502020204030204" pitchFamily="34" charset="0"/>
              </a:rPr>
              <a:t>Advance </a:t>
            </a:r>
            <a:r>
              <a:rPr lang="en-US" sz="1800" i="0" dirty="0" err="1">
                <a:solidFill>
                  <a:schemeClr val="bg1"/>
                </a:solidFill>
                <a:effectLst/>
                <a:latin typeface="+mn-lt"/>
                <a:cs typeface="Calibri" panose="020F0502020204030204" pitchFamily="34" charset="0"/>
              </a:rPr>
              <a:t>MongoDb</a:t>
            </a:r>
            <a:r>
              <a:rPr lang="en-US" sz="1800" i="0" dirty="0">
                <a:solidFill>
                  <a:schemeClr val="bg1"/>
                </a:solidFill>
                <a:effectLst/>
                <a:latin typeface="+mn-lt"/>
                <a:cs typeface="Calibri" panose="020F0502020204030204" pitchFamily="34" charset="0"/>
              </a:rPr>
              <a:t> Operations</a:t>
            </a:r>
          </a:p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Aggregation Pipeline</a:t>
            </a:r>
            <a:endParaRPr lang="en-US" sz="1800" i="0" dirty="0">
              <a:solidFill>
                <a:schemeClr val="bg1"/>
              </a:solidFill>
              <a:effectLst/>
              <a:latin typeface="+mn-lt"/>
              <a:cs typeface="Calibri" panose="020F0502020204030204" pitchFamily="34" charset="0"/>
            </a:endParaRPr>
          </a:p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800" i="0" dirty="0">
              <a:solidFill>
                <a:schemeClr val="bg1"/>
              </a:solidFill>
              <a:effectLst/>
              <a:latin typeface="+mn-lt"/>
              <a:cs typeface="Calibri" panose="020F0502020204030204" pitchFamily="34" charset="0"/>
            </a:endParaRPr>
          </a:p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800" i="0" dirty="0">
              <a:solidFill>
                <a:schemeClr val="bg1"/>
              </a:solidFill>
              <a:effectLst/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141" name="Google Shape;141;p31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7643452" y="212375"/>
            <a:ext cx="1285376" cy="2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6C490-3CBC-CD2E-EF5D-4DC0DC0F0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7D822E8-1846-D27F-2743-40072A599A60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CBBBFF-762C-8865-09F2-B4FA7C5D1D1C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A9DF41-4321-033C-B5F2-E9EF307BBDA0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 dirty="0">
              <a:solidFill>
                <a:schemeClr val="tx1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C6957A9-9F4A-1078-C854-6478909F9B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6299"/>
            <a:ext cx="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-9522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00">
              <a:buClrTx/>
            </a:pPr>
            <a:br>
              <a:rPr lang="en-US" altLang="en-US" sz="1350" dirty="0"/>
            </a:br>
            <a:endParaRPr lang="en-US" altLang="en-US" sz="13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EC0B5C-75B7-6CC3-D948-908B74F54E81}"/>
              </a:ext>
            </a:extLst>
          </p:cNvPr>
          <p:cNvSpPr txBox="1"/>
          <p:nvPr/>
        </p:nvSpPr>
        <p:spPr>
          <a:xfrm>
            <a:off x="381000" y="417426"/>
            <a:ext cx="4693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buClr>
                <a:schemeClr val="bg1"/>
              </a:buClr>
            </a:pPr>
            <a:r>
              <a:rPr lang="en" sz="2000" b="1" dirty="0">
                <a:solidFill>
                  <a:schemeClr val="tx1"/>
                </a:solidFill>
                <a:latin typeface="+mn-lt"/>
              </a:rPr>
              <a:t>Advance operations</a:t>
            </a:r>
            <a:endParaRPr lang="en-IN" sz="1100" b="1" i="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AC7619-E4FF-003F-9F83-6A3C6D9F491E}"/>
              </a:ext>
            </a:extLst>
          </p:cNvPr>
          <p:cNvSpPr txBox="1"/>
          <p:nvPr/>
        </p:nvSpPr>
        <p:spPr>
          <a:xfrm>
            <a:off x="255356" y="953648"/>
            <a:ext cx="83400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800"/>
              <a:t>Cursor (it)</a:t>
            </a:r>
            <a:br>
              <a:rPr lang="en-US" sz="1800" dirty="0"/>
            </a:br>
            <a:r>
              <a:rPr lang="en-US" sz="1800" dirty="0"/>
              <a:t>Pagination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800" dirty="0"/>
              <a:t>Indexes -  Read will be faster but write will be slower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800" dirty="0"/>
              <a:t>Simple, Compound, Multiple key Indexes</a:t>
            </a:r>
          </a:p>
        </p:txBody>
      </p:sp>
    </p:spTree>
    <p:extLst>
      <p:ext uri="{BB962C8B-B14F-4D97-AF65-F5344CB8AC3E}">
        <p14:creationId xmlns:p14="http://schemas.microsoft.com/office/powerpoint/2010/main" val="1029375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5FADB-DAAB-E76C-5185-BB2F29124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970117D-CC4D-0474-852D-9D8BFBF0DA92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3155F2-1F4E-5BFE-ADA1-2F5286AB75E0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350422-58CB-4A15-2DB7-BDC1B8AF0C6D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 dirty="0">
              <a:solidFill>
                <a:schemeClr val="tx1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07ADA85-6CC9-57D5-3E44-30718E8BB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6299"/>
            <a:ext cx="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-9522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00">
              <a:buClrTx/>
            </a:pPr>
            <a:br>
              <a:rPr lang="en-US" altLang="en-US" sz="1350" dirty="0"/>
            </a:br>
            <a:endParaRPr lang="en-US" altLang="en-US" sz="13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396A5C-0B95-35B1-DE78-64C885372835}"/>
              </a:ext>
            </a:extLst>
          </p:cNvPr>
          <p:cNvSpPr txBox="1"/>
          <p:nvPr/>
        </p:nvSpPr>
        <p:spPr>
          <a:xfrm>
            <a:off x="381000" y="417426"/>
            <a:ext cx="4693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buClr>
                <a:schemeClr val="bg1"/>
              </a:buClr>
            </a:pPr>
            <a:r>
              <a:rPr lang="en" sz="2000" b="1" dirty="0">
                <a:solidFill>
                  <a:schemeClr val="tx1"/>
                </a:solidFill>
                <a:latin typeface="+mn-lt"/>
              </a:rPr>
              <a:t>Aggregation Pipeline</a:t>
            </a:r>
            <a:endParaRPr lang="en-IN" sz="1100" b="1" i="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ED3407-E81B-36D8-8F69-74A4B904AD08}"/>
              </a:ext>
            </a:extLst>
          </p:cNvPr>
          <p:cNvSpPr txBox="1"/>
          <p:nvPr/>
        </p:nvSpPr>
        <p:spPr>
          <a:xfrm>
            <a:off x="255356" y="953648"/>
            <a:ext cx="834000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800" dirty="0"/>
              <a:t>$push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800" dirty="0"/>
              <a:t>$group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800" dirty="0"/>
              <a:t>$match - It is like filter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800" dirty="0"/>
              <a:t>$limit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800" dirty="0"/>
              <a:t>$project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800" dirty="0"/>
              <a:t>$unwind</a:t>
            </a:r>
          </a:p>
        </p:txBody>
      </p:sp>
    </p:spTree>
    <p:extLst>
      <p:ext uri="{BB962C8B-B14F-4D97-AF65-F5344CB8AC3E}">
        <p14:creationId xmlns:p14="http://schemas.microsoft.com/office/powerpoint/2010/main" val="2821996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 txBox="1"/>
          <p:nvPr/>
        </p:nvSpPr>
        <p:spPr>
          <a:xfrm>
            <a:off x="446900" y="17757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Q &amp; </a:t>
            </a:r>
            <a:r>
              <a:rPr lang="en-GB" sz="4800" b="1">
                <a:solidFill>
                  <a:srgbClr val="F00037"/>
                </a:solidFill>
              </a:rPr>
              <a:t>A</a:t>
            </a:r>
            <a:endParaRPr sz="4800" b="1">
              <a:solidFill>
                <a:srgbClr val="F00037"/>
              </a:solidFill>
            </a:endParaRPr>
          </a:p>
        </p:txBody>
      </p:sp>
      <p:sp>
        <p:nvSpPr>
          <p:cNvPr id="206" name="Google Shape;206;p38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7" name="Google Shape;207;p38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6831545" y="4355125"/>
            <a:ext cx="2097280" cy="4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7"/>
          <p:cNvSpPr txBox="1"/>
          <p:nvPr/>
        </p:nvSpPr>
        <p:spPr>
          <a:xfrm>
            <a:off x="446900" y="17757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Thank </a:t>
            </a:r>
            <a:r>
              <a:rPr lang="en-GB" sz="4800" b="1">
                <a:solidFill>
                  <a:srgbClr val="F00037"/>
                </a:solidFill>
              </a:rPr>
              <a:t>You</a:t>
            </a:r>
            <a:endParaRPr sz="4800" b="1">
              <a:solidFill>
                <a:srgbClr val="F00037"/>
              </a:solidFill>
            </a:endParaRPr>
          </a:p>
        </p:txBody>
      </p:sp>
      <p:sp>
        <p:nvSpPr>
          <p:cNvPr id="199" name="Google Shape;199;p37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0" name="Google Shape;200;p37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6831545" y="4355125"/>
            <a:ext cx="2097280" cy="4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CC0000"/>
      </a:dk1>
      <a:lt1>
        <a:srgbClr val="134F5C"/>
      </a:lt1>
      <a:dk2>
        <a:srgbClr val="F5FDFF"/>
      </a:dk2>
      <a:lt2>
        <a:srgbClr val="FFF1F1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3359</TotalTime>
  <Words>72</Words>
  <Application>Microsoft Office PowerPoint</Application>
  <PresentationFormat>On-screen Show (16:9)</PresentationFormat>
  <Paragraphs>21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Arial</vt:lpstr>
      <vt:lpstr>Montserrat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urvashi singla</cp:lastModifiedBy>
  <cp:revision>182</cp:revision>
  <dcterms:modified xsi:type="dcterms:W3CDTF">2026-05-13T15:52:25Z</dcterms:modified>
</cp:coreProperties>
</file>