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9"/>
  </p:notesMasterIdLst>
  <p:sldIdLst>
    <p:sldId id="256" r:id="rId3"/>
    <p:sldId id="257" r:id="rId4"/>
    <p:sldId id="284" r:id="rId5"/>
    <p:sldId id="285" r:id="rId6"/>
    <p:sldId id="264" r:id="rId7"/>
    <p:sldId id="263" r:id="rId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84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9T15:35:53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1428 0 0,'0'0'2824'0'0,"15"-31"1291"0"0,-5 16-3371 0 0,5-8-2158 0 0,-2 11-3431 0 0,-10 9 3797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9T15:43:05.1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0 904 0 0,'-2'2'384'0'0,"-1"-1"12"0"0,3 4 84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9T15:51:40.3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1304 0 0,'0'0'1704'0'0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9T15:51:40.9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60 1088 0 0,'-13'-27'8312'0'0,"0"1"-4336"0"0,8 20-4435 0 0,4 6-76 0 0,0 0 0 0 0,1 0 0 0 0,-1 0 1 0 0,0 0-1 0 0,0 0 0 0 0,1 0 0 0 0,-1 0 0 0 0,0 0 1 0 0,1 1-1 0 0,-1-1 0 0 0,0 0 0 0 0,1 0 0 0 0,-1 1 1 0 0,0-1-1 0 0,1 1 0 0 0,-3 1-1604 0 0,1-2 1242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9T15:53:43.1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64 1372 0 0,'0'0'2377'0'0,"0"-3"-1714"0"0,0 1 0 0 0,0-1 0 0 0,0 1 0 0 0,0-1 0 0 0,0 1 0 0 0,-1-1 0 0 0,0-4 0 0 0,-5 0-418 0 0,-3-4 579 0 0,2 4-3923 0 0,6 7 2785 0 0,1-1 0 0 0,-1 0 1 0 0,1 1-1 0 0,-1-1 0 0 0,1 0 0 0 0,0 0 1 0 0,-1 0-1 0 0,1 0 0 0 0,0 1 1 0 0,0-1-1 0 0,-1 0 0 0 0,1 0 1 0 0,0 0-1 0 0,0 0 0 0 0,0-1 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9T15:53:51.9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23 118 1440 0 0,'0'0'1144'0'0,"0"-11"-272"0"0,-16-8-516 0 0,14 16-24 0 0,-1 0-16 0 0,2 0-48 0 0,1 1 489 0 0,25-20-1646 0 0,-4 5-167 0 0,5-1 56 0 0,-6-1 16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9T15:53:52.6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64 0 1212 0 0,'-6'6'1036'0'0,"-1"-1"-1"0"0,1-1 1 0 0,-1 1 0 0 0,0-1-1 0 0,0 0 1 0 0,-13 4-1 0 0,16-7-1271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06D0C-CE52-2DE6-CE14-14F194C72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5E2F1-A34C-BD7A-B0C3-D8BBEF3BA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CBB23F-95FD-A290-6D65-45F660583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4EF0590-7515-F913-B13E-F9FCE2FFB30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3717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D2DCB-90F8-1B63-1CB4-F69DEBFE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E80D7-7F03-5A3D-9DE7-716B885DF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E98C7-7119-FD81-B867-EFD2903A4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29DE5BD-9D11-A720-5C57-1D1FDFEB6D1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6519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04-05-2026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29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1.png"/><Relationship Id="rId5" Type="http://schemas.openxmlformats.org/officeDocument/2006/relationships/customXml" Target="../ink/ink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customXml" Target="../ink/ink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6" Type="http://schemas.openxmlformats.org/officeDocument/2006/relationships/customXml" Target="../ink/ink4.xm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60" y="1240215"/>
            <a:ext cx="55554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Transaction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ER Diagram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i="0" dirty="0">
              <a:solidFill>
                <a:schemeClr val="bg1"/>
              </a:solidFill>
              <a:effectLst/>
              <a:latin typeface="+mn-lt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" sz="1800" dirty="0">
              <a:solidFill>
                <a:schemeClr val="bg1"/>
              </a:solidFill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i="0" dirty="0">
              <a:solidFill>
                <a:schemeClr val="bg1"/>
              </a:solidFill>
              <a:effectLst/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C73BE-7C46-9F93-949A-96234720C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1C602DB-46C4-C8D9-981D-A9EC35CE153E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Transaction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EF903D-A0C6-5F5E-19A7-24EAE1322561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796911-2D67-3C13-E632-ADA05AF67167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E2889AC-C94E-6354-7BBB-DE60D27FA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299"/>
            <a:ext cx="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9522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buClrTx/>
            </a:pPr>
            <a:br>
              <a:rPr lang="en-US" altLang="en-US" sz="1350" dirty="0"/>
            </a:br>
            <a:endParaRPr lang="en-US" altLang="en-US" sz="13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D47974-6DCA-5A65-4F56-BE67014A6136}"/>
              </a:ext>
            </a:extLst>
          </p:cNvPr>
          <p:cNvSpPr txBox="1"/>
          <p:nvPr/>
        </p:nvSpPr>
        <p:spPr>
          <a:xfrm>
            <a:off x="381000" y="932047"/>
            <a:ext cx="45804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Rollback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savepoint</a:t>
            </a:r>
            <a:endParaRPr lang="en-US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248FD50-38E3-C962-211C-D28EAFBE4102}"/>
                  </a:ext>
                </a:extLst>
              </p14:cNvPr>
              <p14:cNvContentPartPr/>
              <p14:nvPr/>
            </p14:nvContentPartPr>
            <p14:xfrm>
              <a:off x="9405900" y="1742700"/>
              <a:ext cx="20520" cy="30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248FD50-38E3-C962-211C-D28EAFBE41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96900" y="1733700"/>
                <a:ext cx="381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BABF30A-64B7-EA01-BFFF-166885940164}"/>
                  </a:ext>
                </a:extLst>
              </p14:cNvPr>
              <p14:cNvContentPartPr/>
              <p14:nvPr/>
            </p14:nvContentPartPr>
            <p14:xfrm>
              <a:off x="619380" y="3538380"/>
              <a:ext cx="2160" cy="3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BABF30A-64B7-EA01-BFFF-1668859401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0740" y="3529380"/>
                <a:ext cx="1980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7556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80D2C-76EC-4EDE-8C41-ECB410230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C3345D5-1F94-B852-31F0-4AC96F3E4B9B}"/>
              </a:ext>
            </a:extLst>
          </p:cNvPr>
          <p:cNvSpPr/>
          <p:nvPr/>
        </p:nvSpPr>
        <p:spPr>
          <a:xfrm>
            <a:off x="297181" y="53200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ER Diagram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3C9B77-DEA5-D592-5FA1-3D9DEA0D60CB}"/>
              </a:ext>
            </a:extLst>
          </p:cNvPr>
          <p:cNvSpPr/>
          <p:nvPr/>
        </p:nvSpPr>
        <p:spPr>
          <a:xfrm>
            <a:off x="297180" y="28159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9DE815-1C01-4186-9B87-7899249A9906}"/>
              </a:ext>
            </a:extLst>
          </p:cNvPr>
          <p:cNvSpPr/>
          <p:nvPr/>
        </p:nvSpPr>
        <p:spPr>
          <a:xfrm>
            <a:off x="4488181" y="28159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78E603A-4861-12BB-F484-823B6F428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3820" y="32281"/>
            <a:ext cx="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9522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buClrTx/>
            </a:pPr>
            <a:br>
              <a:rPr lang="en-US" altLang="en-US" sz="1350" dirty="0"/>
            </a:br>
            <a:endParaRPr lang="en-US" altLang="en-US" sz="13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8F71B2-DC01-3F21-5CB0-527CD36D1D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82"/>
          <a:stretch/>
        </p:blipFill>
        <p:spPr>
          <a:xfrm>
            <a:off x="1752874" y="864515"/>
            <a:ext cx="5966186" cy="413388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9706F46-E52C-66FC-A277-6395E2776AFC}"/>
              </a:ext>
            </a:extLst>
          </p:cNvPr>
          <p:cNvGrpSpPr/>
          <p:nvPr/>
        </p:nvGrpSpPr>
        <p:grpSpPr>
          <a:xfrm>
            <a:off x="6532440" y="2982720"/>
            <a:ext cx="21960" cy="21960"/>
            <a:chOff x="6616260" y="2914140"/>
            <a:chExt cx="21960" cy="2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A4DE0E7-1AC1-CEE6-9134-0BB5DE01959D}"/>
                    </a:ext>
                  </a:extLst>
                </p14:cNvPr>
                <p14:cNvContentPartPr/>
                <p14:nvPr/>
              </p14:nvContentPartPr>
              <p14:xfrm>
                <a:off x="6616260" y="292926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A4DE0E7-1AC1-CEE6-9134-0BB5DE01959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07260" y="29202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3B106C3-DE3F-2ACD-43F9-6AC2406ECC7F}"/>
                    </a:ext>
                  </a:extLst>
                </p14:cNvPr>
                <p14:cNvContentPartPr/>
                <p14:nvPr/>
              </p14:nvContentPartPr>
              <p14:xfrm>
                <a:off x="6621300" y="2914140"/>
                <a:ext cx="16920" cy="21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3B106C3-DE3F-2ACD-43F9-6AC2406ECC7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12300" y="2905500"/>
                  <a:ext cx="3456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16EECB5-4E2D-F90C-2642-06DC68F063CF}"/>
                  </a:ext>
                </a:extLst>
              </p14:cNvPr>
              <p14:cNvContentPartPr/>
              <p14:nvPr/>
            </p14:nvContentPartPr>
            <p14:xfrm>
              <a:off x="5107560" y="2063280"/>
              <a:ext cx="10800" cy="23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16EECB5-4E2D-F90C-2642-06DC68F063C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98920" y="2054280"/>
                <a:ext cx="284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B18ABE5-B550-81F2-ED98-DC90A48FD9B0}"/>
                  </a:ext>
                </a:extLst>
              </p14:cNvPr>
              <p14:cNvContentPartPr/>
              <p14:nvPr/>
            </p14:nvContentPartPr>
            <p14:xfrm>
              <a:off x="-949140" y="2132940"/>
              <a:ext cx="33840" cy="42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B18ABE5-B550-81F2-ED98-DC90A48FD9B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957780" y="2124300"/>
                <a:ext cx="514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02A2A7F-D8A2-20D2-0778-9FB79325466C}"/>
                  </a:ext>
                </a:extLst>
              </p14:cNvPr>
              <p14:cNvContentPartPr/>
              <p14:nvPr/>
            </p14:nvContentPartPr>
            <p14:xfrm>
              <a:off x="1057500" y="1616340"/>
              <a:ext cx="23400" cy="13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02A2A7F-D8A2-20D2-0778-9FB79325466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8500" y="1607340"/>
                <a:ext cx="41040" cy="3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53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4675</TotalTime>
  <Words>32</Words>
  <Application>Microsoft Office PowerPoint</Application>
  <PresentationFormat>On-screen Show (16:9)</PresentationFormat>
  <Paragraphs>19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Montserrat</vt:lpstr>
      <vt:lpstr>Calibri</vt:lpstr>
      <vt:lpstr>Arial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247</cp:revision>
  <dcterms:modified xsi:type="dcterms:W3CDTF">2026-05-04T15:43:36Z</dcterms:modified>
</cp:coreProperties>
</file>