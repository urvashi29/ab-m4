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9"/>
  </p:notesMasterIdLst>
  <p:sldIdLst>
    <p:sldId id="256" r:id="rId3"/>
    <p:sldId id="257" r:id="rId4"/>
    <p:sldId id="273" r:id="rId5"/>
    <p:sldId id="277" r:id="rId6"/>
    <p:sldId id="264" r:id="rId7"/>
    <p:sldId id="263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616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18-05-2026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60" y="1240215"/>
            <a:ext cx="5555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i="0" dirty="0">
                <a:solidFill>
                  <a:schemeClr val="bg1"/>
                </a:solidFill>
                <a:effectLst/>
                <a:latin typeface="+mn-lt"/>
              </a:rPr>
              <a:t>What is Nodejs?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i="0" dirty="0">
                <a:solidFill>
                  <a:schemeClr val="bg1"/>
                </a:solidFill>
                <a:effectLst/>
                <a:latin typeface="+mn-lt"/>
              </a:rPr>
              <a:t>Installation</a:t>
            </a:r>
            <a:endParaRPr lang="en-IN" sz="1800" dirty="0">
              <a:solidFill>
                <a:schemeClr val="bg1"/>
              </a:solidFill>
              <a:latin typeface="+mn-lt"/>
            </a:endParaRPr>
          </a:p>
          <a:p>
            <a:pPr marL="342900" indent="-34290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Modules in </a:t>
            </a:r>
            <a:r>
              <a:rPr lang="en-IN" sz="1800" b="0" i="0" dirty="0" err="1">
                <a:solidFill>
                  <a:schemeClr val="bg1"/>
                </a:solidFill>
                <a:effectLst/>
                <a:latin typeface="+mn-lt"/>
              </a:rPr>
              <a:t>NodeJs</a:t>
            </a:r>
            <a:endParaRPr lang="en-IN" sz="18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342900" indent="-34290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HTTP Module</a:t>
            </a:r>
          </a:p>
          <a:p>
            <a:pPr marL="342900" indent="-34290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File System Module</a:t>
            </a:r>
          </a:p>
          <a:p>
            <a:pPr marL="342900" indent="-34290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Path Module</a:t>
            </a:r>
          </a:p>
          <a:p>
            <a:pPr marL="342900" indent="-342900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chemeClr val="bg1"/>
                </a:solidFill>
                <a:effectLst/>
                <a:latin typeface="+mn-lt"/>
              </a:rPr>
              <a:t>OS Module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What is Nodejs?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DFA88-27B8-24EE-E6F0-3ED3BAA8A8F4}"/>
              </a:ext>
            </a:extLst>
          </p:cNvPr>
          <p:cNvSpPr txBox="1"/>
          <p:nvPr/>
        </p:nvSpPr>
        <p:spPr>
          <a:xfrm>
            <a:off x="438236" y="1028859"/>
            <a:ext cx="8340003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js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® is a platform built on Chrome's JavaScript runtime for easily building fast, scalable network applications. 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Node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js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uses an event-driven, non-blocking I/O model that makes it lightweight and efficient, perfect for data-intensive real-time applications that run across distributed devices.</a:t>
            </a: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Install Nodejs</a:t>
            </a:r>
            <a:b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US" sz="1800" b="1" dirty="0" err="1">
                <a:solidFill>
                  <a:srgbClr val="222222"/>
                </a:solidFill>
                <a:highlight>
                  <a:srgbClr val="FFFFFF"/>
                </a:highlight>
              </a:rPr>
              <a:t>npm</a:t>
            </a: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 err="1">
                <a:solidFill>
                  <a:srgbClr val="222222"/>
                </a:solidFill>
                <a:highlight>
                  <a:srgbClr val="FFFFFF"/>
                </a:highlight>
              </a:rPr>
              <a:t>init</a:t>
            </a: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 – : to create </a:t>
            </a:r>
            <a:r>
              <a:rPr lang="en-US" sz="1800" b="1" dirty="0" err="1">
                <a:solidFill>
                  <a:srgbClr val="222222"/>
                </a:solidFill>
                <a:highlight>
                  <a:srgbClr val="FFFFFF"/>
                </a:highlight>
              </a:rPr>
              <a:t>package.json</a:t>
            </a: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 file</a:t>
            </a:r>
            <a:b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Use type: “module” in </a:t>
            </a:r>
            <a:r>
              <a:rPr lang="en-US" sz="1800" b="1" dirty="0" err="1">
                <a:solidFill>
                  <a:srgbClr val="222222"/>
                </a:solidFill>
                <a:highlight>
                  <a:srgbClr val="FFFFFF"/>
                </a:highlight>
              </a:rPr>
              <a:t>package.json</a:t>
            </a: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 to use ES6 modules(import/export)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222222"/>
                </a:solidFill>
                <a:highlight>
                  <a:srgbClr val="FFFFFF"/>
                </a:highlight>
              </a:rPr>
              <a:t>To run: node </a:t>
            </a:r>
            <a:r>
              <a:rPr lang="en-US" sz="1800" b="1">
                <a:solidFill>
                  <a:srgbClr val="222222"/>
                </a:solidFill>
                <a:highlight>
                  <a:srgbClr val="FFFFFF"/>
                </a:highlight>
              </a:rPr>
              <a:t>filename.js</a:t>
            </a:r>
            <a:endParaRPr lang="en-US" sz="1800" b="1"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891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9C2F1A-BCA8-BC7D-AEA5-DFD53F34C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4F6ED-0DF1-5AB2-4668-1F9226278C98}"/>
              </a:ext>
            </a:extLst>
          </p:cNvPr>
          <p:cNvSpPr txBox="1"/>
          <p:nvPr/>
        </p:nvSpPr>
        <p:spPr>
          <a:xfrm>
            <a:off x="381000" y="417426"/>
            <a:ext cx="469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Clr>
                <a:schemeClr val="bg1"/>
              </a:buClr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Modules in </a:t>
            </a:r>
            <a:r>
              <a:rPr lang="en-IN" sz="2000" b="1" i="0" dirty="0" err="1">
                <a:solidFill>
                  <a:schemeClr val="tx1"/>
                </a:solidFill>
                <a:effectLst/>
                <a:latin typeface="+mn-lt"/>
              </a:rPr>
              <a:t>NodeJs</a:t>
            </a:r>
            <a:endParaRPr lang="en-IN" sz="20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35AD1-CF8F-5B0E-70DA-93F07C1FC279}"/>
              </a:ext>
            </a:extLst>
          </p:cNvPr>
          <p:cNvSpPr txBox="1"/>
          <p:nvPr/>
        </p:nvSpPr>
        <p:spPr>
          <a:xfrm>
            <a:off x="438236" y="1028859"/>
            <a:ext cx="8340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Core modules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Local Modules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Third 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Party Modules</a:t>
            </a: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1407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143</Words>
  <Application>Microsoft Office PowerPoint</Application>
  <PresentationFormat>On-screen Show (16:9)</PresentationFormat>
  <Paragraphs>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Montserrat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120</cp:revision>
  <dcterms:modified xsi:type="dcterms:W3CDTF">2026-05-18T15:09:14Z</dcterms:modified>
</cp:coreProperties>
</file>